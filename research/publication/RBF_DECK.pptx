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delays recovery, and where revenue stops before the cap is reached, a contractual balance goes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baseline_v2_canonical.json and baseline_equalcost_v1_canonical.json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The burden reduction and the recovery delay are one mechanism. Mean duration extends 13 → 18.718 months.</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baseline_v2_canonical.json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validation_v1_canonical.json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46120"/>
            <a:ext cx="10698480" cy="173736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fixed f = 1.20 as though it were intrinsic — total contractual cost is proportional to f.</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quoted one effective APR as though it were a contract property — APR is jointly determined by the price and the revenue path.</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survived several earlier drafts of this project, written while actively trying to avoid exactly this error.</a:t>
            </a:r>
            <a:endParaRPr lang="en-US" sz="1500" dirty="0"/>
          </a:p>
        </p:txBody>
      </p:sp>
      <p:sp>
        <p:nvSpPr>
          <p:cNvPr id="7" name="Text 5"/>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 and baseline_closure_equalcost_v1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and mean effective APR are computed only over paths that reached the target. They estimate E[T | completion occurs by horizon H] — not E[T].</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1,008</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tests passing — 379 backend,</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629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77640"/>
            <a:ext cx="10881360" cy="173736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All five artifacts reproduce numerically at published precision on every platform tested.</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Byte equality holds within a fixed runtime, not across platforms — 3 of 5 byte-identical on macOS CPython 3.11.5, 5 of 5 on Linux 3.10.12.</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An earlier claim of unqualified byte-for-byte reproducibility rested on a step that re-hashed the committed file rather than regenerating it. Both the claim and the evidence were corrected.</a:t>
            </a:r>
            <a:endParaRPr lang="en-US" sz="1300" dirty="0"/>
          </a:p>
        </p:txBody>
      </p:sp>
      <p:sp>
        <p:nvSpPr>
          <p:cNvPr id="14" name="Text 12"/>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9 browser tests skip where no chromium build is available — reported as skips, never counted as passes.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2026-08-20T14:02:46Z</dcterms:created>
  <dcterms:modified xsi:type="dcterms:W3CDTF">2026-08-20T14:02:46Z</dcterms:modified>
</cp:coreProperties>
</file>