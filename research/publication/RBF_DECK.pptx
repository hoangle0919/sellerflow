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baseline_v3_canonical.json and baseline_equalcost_v2_canonical.json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baseline_v3_canonical.json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validation_v2_canonical.json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baseline_closure_v2_canonical.json → /scenarios/*/RBF/incomplete_recovery_rate
  · S-4 | baseline_closure_equalcost_v2_canonical.json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baseline_closure_v2_canonical.json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 Be clear that the calibration/identification split is our own reasoning about method, not a result we measured and not a finding we are attributing to anyone else.
[Sources]
  · Calibration versus causal identification: this project's own methodological inference, argued in MANUSCRIPT.md §13. No external source is cited for it, and none should be invented
  · Why observational data cannot supply the counterfactual: each seller takes at most one contract — MANUSCRIPT.md §2, Gap R-2
  · Search protocol behind that gap: LITERATURE_MATRIX.md §0.1, documented through 2026-08-13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permanently stops before completion while a contractual balance remains, no further payment occurs and the balance remains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and baseline_equalcost_v2_canonical.json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validation_v2_canonical.json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00400"/>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fixed f = 1.20 as though it were intrinsic. The contractual repayment target A × f is proportional to f — and realised repayment equals that target only when the contract completes.</a:t>
            </a:r>
            <a:endParaRPr lang="en-US" sz="1450" dirty="0"/>
          </a:p>
        </p:txBody>
      </p:sp>
      <p:sp>
        <p:nvSpPr>
          <p:cNvPr id="7" name="Text 5"/>
          <p:cNvSpPr/>
          <p:nvPr/>
        </p:nvSpPr>
        <p:spPr>
          <a:xfrm>
            <a:off x="640080" y="3767328"/>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quoted one effective APR as though it were a contract property — among rate-defined paths the APR is jointly determined by the price and the revenue path.</a:t>
            </a:r>
            <a:endParaRPr lang="en-US" sz="1450" dirty="0"/>
          </a:p>
        </p:txBody>
      </p:sp>
      <p:sp>
        <p:nvSpPr>
          <p:cNvPr id="8" name="Text 6"/>
          <p:cNvSpPr/>
          <p:nvPr/>
        </p:nvSpPr>
        <p:spPr>
          <a:xfrm>
            <a:off x="640080" y="4334256"/>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survived several earlier drafts of this project, written while actively trying to avoid exactly this error.</a:t>
            </a:r>
            <a:endParaRPr lang="en-US" sz="1450" dirty="0"/>
          </a:p>
        </p:txBody>
      </p:sp>
      <p:sp>
        <p:nvSpPr>
          <p:cNvPr id="9" name="Text 7"/>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 and baseline_closure_equalcost_v2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is computed only over paths that reached the target — it estimates E[T | completion by horizon H], not E[T]. Mean APR is computed over paths with a DEFINED RATE, a different and larger set: in closure_m13 at f = 1.20, 119 of 500 completed while all 500 had a rate.</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1,145</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non-browser tests passing —</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502 backend, 643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31920"/>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All five artifacts reproduce numerically at published precision on every platform tested.</a:t>
            </a:r>
            <a:endParaRPr lang="en-US" sz="1250" dirty="0"/>
          </a:p>
        </p:txBody>
      </p:sp>
      <p:sp>
        <p:nvSpPr>
          <p:cNvPr id="14" name="Text 12"/>
          <p:cNvSpPr/>
          <p:nvPr/>
        </p:nvSpPr>
        <p:spPr>
          <a:xfrm>
            <a:off x="640080" y="4462272"/>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Byte equality holds within a fixed runtime, not across platforms — 5 of 5 byte-identical on Linux 3.10.12, and 3 of 5 on macOS 26.0 arm64 / CPython 3.11.5, measured on these artifacts by an independent audit run.</a:t>
            </a:r>
            <a:endParaRPr lang="en-US" sz="1250" dirty="0"/>
          </a:p>
        </p:txBody>
      </p:sp>
      <p:sp>
        <p:nvSpPr>
          <p:cNvPr id="15" name="Text 13"/>
          <p:cNvSpPr/>
          <p:nvPr/>
        </p:nvSpPr>
        <p:spPr>
          <a:xfrm>
            <a:off x="640080" y="4992624"/>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An earlier claim of unqualified byte-for-byte reproducibility rested on a step that re-hashed the committed file rather than regenerating it. Both the claim and the evidence were corrected.</a:t>
            </a:r>
            <a:endParaRPr lang="en-US" sz="1250" dirty="0"/>
          </a:p>
        </p:txBody>
      </p:sp>
      <p:sp>
        <p:nvSpPr>
          <p:cNvPr id="16" name="Text 14"/>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The 1,145 figure is non-browser: 502 backend and 643 simulation. Nine browser checks are defined and excluded from it. They executed and passed 9/9 in an independent run on macOS 26.0 arm64 / Playwright Chromium at commit dcbfc3b; every input they exercise is byte-identical at HEAD. Where Chromium is absent they skip, and a skip is never counted as a pass.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2026-08-28T15:22:59Z</dcterms:created>
  <dcterms:modified xsi:type="dcterms:W3CDTF">2026-08-28T15:22:59Z</dcterms:modified>
</cp:coreProperties>
</file>