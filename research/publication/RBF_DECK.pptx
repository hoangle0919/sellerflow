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That residual is a grid-resolution result: 1.0945 is the nearest point the 0.0005-step search visited. APR varies continuously with f within a fixed paying term; a numerical root sits at approximately 1.09462066267694.</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1,156</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505 backend, 651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5 of 5 byte-identical on Linux 3.10.12, and 3 of 5 on macOS 26.0 arm64 / CPython 3.11.5, measured on these artifacts by an independent audit run.</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1,156 figure is non-browser: 505 backend and 651 simulation. The nine Playwright browser checks are excluded from that total. They executed and passed 9/9 in 23.55 seconds on macOS 26.0 arm64, Python 3.11.5 and Playwright 1.62.0 with Chromium, against a local server at commit c8261c6. When Chromium is unavailable, the checks skip; a skip is never counted as a pass.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2026-09-02T13:52:16Z</dcterms:created>
  <dcterms:modified xsi:type="dcterms:W3CDTF">2026-09-02T13:52:16Z</dcterms:modified>
</cp:coreProperties>
</file>